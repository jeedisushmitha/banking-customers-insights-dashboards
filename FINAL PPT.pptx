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1EAA2C-D91E-43BD-B578-03F821C8A47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33C30-861B-4448-9C56-3864508B1F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00B9C-93AC-47A4-A407-8936F3157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12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00B9C-93AC-47A4-A407-8936F3157F0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367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818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14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270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20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18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505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767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08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53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3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72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FB95D-2E3B-47AE-B828-BCF41004D54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CDB7A0C-DE76-4934-A591-2DB32D527A0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11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EB53-F1EE-FFA0-3483-5FAEE7C72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075" y="219869"/>
            <a:ext cx="11382375" cy="798512"/>
          </a:xfrm>
        </p:spPr>
        <p:txBody>
          <a:bodyPr>
            <a:normAutofit fontScale="90000"/>
          </a:bodyPr>
          <a:lstStyle/>
          <a:p>
            <a:r>
              <a:rPr lang="en-IN" sz="4400" dirty="0">
                <a:latin typeface="+mn-lt"/>
              </a:rPr>
              <a:t>Banking Customers insights 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0E038-8B78-1FC0-7249-28CAFE54E9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133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B436-B2B9-537E-E6EF-993F2EDC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69E42-4B79-3FFB-4619-07BF7AE52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Built using Advanced Excel and Microsoft Power BI </a:t>
            </a:r>
          </a:p>
          <a:p>
            <a:r>
              <a:rPr lang="en-IN" dirty="0"/>
              <a:t>ETL pipeline with Power Query Editor</a:t>
            </a:r>
            <a:r>
              <a:rPr lang="en-IN" b="1" dirty="0"/>
              <a:t> (PQE)</a:t>
            </a:r>
            <a:endParaRPr lang="en-IN" dirty="0"/>
          </a:p>
          <a:p>
            <a:r>
              <a:rPr lang="en-IN" dirty="0"/>
              <a:t>Goal: Transform raw banking data into actionable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021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F1E4E-9C1E-85FA-17E6-6F9275B7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24C03-C9E7-301D-5BB8-15312A8BE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Banks face challenges in analyzing customer behavior </a:t>
            </a:r>
          </a:p>
          <a:p>
            <a:r>
              <a:rPr lang="en-US" dirty="0"/>
              <a:t>Risk prediction is difficult due to scattered data</a:t>
            </a:r>
          </a:p>
          <a:p>
            <a:r>
              <a:rPr lang="en-US" dirty="0"/>
              <a:t>Need for clear KPIs and segmentation to support decision‑making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809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ED09-5AFF-0444-4776-68D06AA80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F1DED-416D-06C4-2E52-469D8EF04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Source</a:t>
            </a:r>
            <a:r>
              <a:rPr lang="en-IN" dirty="0"/>
              <a:t>: Kaggle banking dataset Size: ~3,000 rows</a:t>
            </a:r>
          </a:p>
          <a:p>
            <a:r>
              <a:rPr lang="en-IN" b="1" dirty="0"/>
              <a:t>Attributes</a:t>
            </a:r>
            <a:r>
              <a:rPr lang="en-IN" dirty="0"/>
              <a:t>: Customer demographics, transactions, domains, locations</a:t>
            </a:r>
          </a:p>
          <a:p>
            <a:r>
              <a:rPr lang="en-IN" b="1" dirty="0"/>
              <a:t>Preprocessing</a:t>
            </a:r>
            <a:r>
              <a:rPr lang="en-IN" dirty="0"/>
              <a:t>: Cleaning in Excel, transformation in PQE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40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C932-4062-9BD7-0146-D84E9BF0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F687D-E40C-F918-E987-B1B7BD680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Advanced Excel</a:t>
            </a:r>
            <a:r>
              <a:rPr lang="en-IN" dirty="0"/>
              <a:t> → Data cleaning, preprocessing </a:t>
            </a:r>
          </a:p>
          <a:p>
            <a:r>
              <a:rPr lang="en-IN" b="1" dirty="0"/>
              <a:t>Power BI Desktop</a:t>
            </a:r>
            <a:r>
              <a:rPr lang="en-IN" dirty="0"/>
              <a:t> → Dashboard creation, KPI visualization</a:t>
            </a:r>
          </a:p>
          <a:p>
            <a:r>
              <a:rPr lang="en-IN" b="1" dirty="0"/>
              <a:t>Power Query Editor (PQE)</a:t>
            </a:r>
            <a:r>
              <a:rPr lang="en-IN" dirty="0"/>
              <a:t> → ETL pipeline for structured transformation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62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C5C0-26DF-2640-2851-7A3AE8F8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Dashboard 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03E74-EC34-E31B-9480-9430FCDB9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KPI Cards</a:t>
            </a:r>
            <a:r>
              <a:rPr lang="en-US" dirty="0"/>
              <a:t>: Total Value, Transactions, Avg Transaction Value </a:t>
            </a:r>
          </a:p>
          <a:p>
            <a:r>
              <a:rPr lang="en-US" b="1" dirty="0"/>
              <a:t>Charts</a:t>
            </a:r>
            <a:r>
              <a:rPr lang="en-US" dirty="0"/>
              <a:t>: Value by Location, Domain Contribution %, Transaction Growth %</a:t>
            </a:r>
          </a:p>
          <a:p>
            <a:r>
              <a:rPr lang="en-US" b="1" dirty="0"/>
              <a:t>Map</a:t>
            </a:r>
            <a:r>
              <a:rPr lang="en-US" dirty="0"/>
              <a:t>: Geographic distribution of values</a:t>
            </a:r>
          </a:p>
          <a:p>
            <a:r>
              <a:rPr lang="en-US" dirty="0"/>
              <a:t>Customer Segmentation Matrix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146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DB6CD-A647-7924-FA45-0E1B7A0A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Dashboard Preview</a:t>
            </a:r>
            <a:endParaRPr lang="en-IN" sz="4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05F21F-6AC4-B6DD-A508-4738B3337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4591" y="2016125"/>
            <a:ext cx="6097142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717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4FB5-6A67-FCC6-73F0-BFB4546B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B0C6A-236F-FF12-B086-412754F65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 predictive analytics (loan default risk modelling) </a:t>
            </a:r>
          </a:p>
          <a:p>
            <a:r>
              <a:rPr lang="en-IN" dirty="0"/>
              <a:t>Integrate real‑time data streams</a:t>
            </a:r>
          </a:p>
          <a:p>
            <a:r>
              <a:rPr lang="en-IN" dirty="0"/>
              <a:t>Expand dataset for multi‑year analysis</a:t>
            </a:r>
          </a:p>
          <a:p>
            <a:r>
              <a:rPr lang="en-IN" dirty="0"/>
              <a:t>Deploy dashboard via Power BI Service for online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6055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31A3-C20E-73D0-5531-4252A2D31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FD0FD-BF6E-3453-4374-86A202938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Dashboard provides </a:t>
            </a:r>
            <a:r>
              <a:rPr lang="en-US" b="1" dirty="0"/>
              <a:t>data‑driven insights</a:t>
            </a:r>
            <a:r>
              <a:rPr lang="en-US" dirty="0"/>
              <a:t> into banking customers </a:t>
            </a:r>
          </a:p>
          <a:p>
            <a:r>
              <a:rPr lang="en-US" dirty="0"/>
              <a:t>Helps reduce risk and improve retention</a:t>
            </a:r>
          </a:p>
          <a:p>
            <a:r>
              <a:rPr lang="en-US" dirty="0"/>
              <a:t>Demonstrates integration of Excel + Power BI for professional analytics</a:t>
            </a:r>
          </a:p>
          <a:p>
            <a:r>
              <a:rPr lang="en-US" dirty="0"/>
              <a:t>Ready for portfolio showcase and recruiter review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08847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</TotalTime>
  <Words>226</Words>
  <Application>Microsoft Office PowerPoint</Application>
  <PresentationFormat>Widescreen</PresentationFormat>
  <Paragraphs>34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Gill Sans MT</vt:lpstr>
      <vt:lpstr>Gallery</vt:lpstr>
      <vt:lpstr>Banking Customers insights Dashboard</vt:lpstr>
      <vt:lpstr>Project Overview</vt:lpstr>
      <vt:lpstr>Problem Statement</vt:lpstr>
      <vt:lpstr>Dataset Information</vt:lpstr>
      <vt:lpstr>Tools and Technologies Used</vt:lpstr>
      <vt:lpstr>Dashboard Preview</vt:lpstr>
      <vt:lpstr>Dashboard Preview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Jeedi Sushmitha</dc:creator>
  <cp:lastModifiedBy>Jeedi Sushmitha</cp:lastModifiedBy>
  <cp:revision>3</cp:revision>
  <dcterms:created xsi:type="dcterms:W3CDTF">2026-04-30T07:43:21Z</dcterms:created>
  <dcterms:modified xsi:type="dcterms:W3CDTF">2026-05-04T07:21:23Z</dcterms:modified>
</cp:coreProperties>
</file>